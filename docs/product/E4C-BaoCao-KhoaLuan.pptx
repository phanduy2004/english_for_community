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Cache\temp\claude\D--Workspace-english-for-community\4729a62c-f605-4ae9-9fc2-013a905687d5\scratchpad\pptxbuild\render_html2\slide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khóa luận — E4C</dc:title>
  <dc:creator>Phan Duy</dc:creator>
  <dc:subject>PptxGenJS Presentation</dc:subject>
  <cp:lastModifiedBy>Tat Duy Phan</cp:lastModifiedBy>
  <cp:revision>2</cp:revision>
  <dcterms:created xsi:type="dcterms:W3CDTF">2026-07-06T09:23:00Z</dcterms:created>
  <dcterms:modified xsi:type="dcterms:W3CDTF">2026-07-06T10:30:13Z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8F227AB22EBB4D1B8354241F8ADD4E9C_12</vt:lpwstr>
  </property>
</Properties>
</file>